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64" r:id="rId3"/>
    <p:sldId id="267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9A99D-B3E4-45BA-BC7D-D0E406234A04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BE017-605D-46D3-A606-D9B5A96783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601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6D264-2502-61D1-332F-D8034636B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89E78F7-6FFD-2795-D7F5-F5A4C0148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3E705E5-A3C3-5D1C-2FF8-0D9E08EC2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EFC010-3A63-1233-591A-0C7163E8B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BE017-605D-46D3-A606-D9B5A967836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3735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C4BB-1E93-EB20-4C3E-71260BE42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200D94C-3AD5-04D7-7606-20BAF71E9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813119-9AD6-EA5E-C0E4-AA2CB85B2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B10FB3-B651-E3F1-DDAB-4A084D4FB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BE017-605D-46D3-A606-D9B5A967836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9574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BE017-605D-46D3-A606-D9B5A967836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4298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471E-68E4-A630-3B12-508A42BE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5936345-8304-CDC1-BD4E-B1112A37B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18D6CAB-DFBA-3D96-09B7-BF12871B0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3E61A6-6BFC-E38A-5BCE-0487B5123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BE017-605D-46D3-A606-D9B5A967836C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0016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3AA7E8-86DD-9010-1145-0B1C3CEB6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90B2D6C-CB78-08E1-1C00-5F7E5F180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A0A5DE-7935-46C4-324A-B2100FC0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5D4DBD-AC0B-4F15-C51C-C9B7588F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BEA27D-31E3-DA65-9BCA-E2FBE854B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3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B2EF2B-2F00-0FA2-C77D-9B557532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BDF33F-AA5E-78A0-D3D6-BAEF17F9D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A6EA9B-DD51-EF9F-97A3-6A69F50D3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8EAE92-28A3-A7BC-BA04-7A13D068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5B4C7-07A3-5402-05A6-E0D333D2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92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59228-A8C5-7931-46DE-E4D7F24B8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43AD83-1273-DEC1-F7E7-B73F6992F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45E9B7-7995-6CAC-F64E-DD507144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FA1591-DB31-2CA1-36CC-BBDB7385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12D656-0F63-D7EF-D369-03C6B44D9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62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9A8DD0-7B3B-CBDB-BE9A-B19E4BF95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FABB0F-4B97-6541-B240-56C9E4728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E98892-4397-B605-826E-1B6E04FB0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2F611C-62A6-4AE5-4C3F-70DC3797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6AF9A5-7286-091A-B50E-FBF710133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51EFB-BD98-D20E-EDB9-3C30DFD6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22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73799F-8D77-937F-B249-928690E3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6309FB-AE19-606C-89CC-70DD7028C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8DF504-0CEB-89D1-DD9D-E21510105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809A668-8CA7-3D34-8FEA-09C471B5D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F708CA-E533-9BCF-920C-2B5AC5C3A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54D0879-1165-B927-D41A-9B356938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D8D847-DA33-27A3-39F2-63D50ABC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833321-C155-1608-1F49-A6320490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90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50983-42E0-59B3-4236-A1C08317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BC97446-9D0B-E62C-223A-2FBD8FE3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8B2A7C4-B4F4-AE09-66CC-01E92563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C41B2F0-C9F3-5EF7-1846-26EFA59B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44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21FFCB2-90ED-52C9-3179-C9ED6CC5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7ECA22-9DA3-09AD-DD61-111D89D6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9D07E0-0436-2A0C-0B8C-94617946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432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40182D-82B7-8B67-7C7C-8C35760B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75F01D-276D-FBC1-CBB6-7DE0BE58C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0EF4D8-1AD9-7823-7E9E-6296B2BE0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A0DAFE-5BB5-5F50-96E3-277C0DDB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443F67-2A67-C920-3AD7-2A8B9E87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D895FB-C2CD-D497-E4D3-2D3562473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456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88DF2C-A802-C059-19E0-0BEF1094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3EB1B10-3E91-FDC9-812F-C654CB6499B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0AE7FE-FD1E-7EE9-68BA-C5E1CEB14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C628BA-0530-8164-86FA-2D82D538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0E7FDE-C427-A4B5-457A-36E09597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50716F-FD68-BDF3-8C43-A2BD086C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822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D22126-499A-5E9A-8805-8712715B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F6721F-FC02-90FD-6387-00AF433E8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901AF5-0F4A-78D1-ACFC-76EF6F31E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B291EC-2701-F015-C40C-D4A659DEE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7415ED-8976-B31E-5B79-A63BD3CD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452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533EDF-F1E2-35C8-88FE-F8813D9EF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E2954E-448A-66CF-59D0-6476340BB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45118D-AA5E-BF5E-A1F5-B7253768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996E8A-82EF-F365-7F03-189FE029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715913-7887-0006-A325-CA07D4E8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8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0A12EB-0E98-98B5-A535-9C501C4F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808960-E043-EDDF-5616-6C890F8FE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27AE01-7F27-66AB-B891-5F5330B3D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6F110-26E4-4901-BF95-3933119C3E9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3A0594-9B5D-C4EF-8864-3477E0957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593085-4671-7912-6C43-A5E8CF400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B50E9-107E-416F-8B73-2CE3DB34C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939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D227883-566D-E8DE-45AE-45CE02AB6A63}"/>
              </a:ext>
            </a:extLst>
          </p:cNvPr>
          <p:cNvSpPr/>
          <p:nvPr/>
        </p:nvSpPr>
        <p:spPr>
          <a:xfrm>
            <a:off x="1" y="872066"/>
            <a:ext cx="2641600" cy="59859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E93A8CD-EB07-3DD0-0EA1-A82C1A63499E}"/>
              </a:ext>
            </a:extLst>
          </p:cNvPr>
          <p:cNvSpPr/>
          <p:nvPr/>
        </p:nvSpPr>
        <p:spPr>
          <a:xfrm>
            <a:off x="2641600" y="0"/>
            <a:ext cx="9550399" cy="8720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AE05E77-1558-770C-DE24-CBA9AB458A7B}"/>
              </a:ext>
            </a:extLst>
          </p:cNvPr>
          <p:cNvSpPr/>
          <p:nvPr/>
        </p:nvSpPr>
        <p:spPr>
          <a:xfrm>
            <a:off x="0" y="0"/>
            <a:ext cx="2641599" cy="8720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4D0B1EA-E3EA-5467-8336-1D5614335672}"/>
              </a:ext>
            </a:extLst>
          </p:cNvPr>
          <p:cNvSpPr txBox="1"/>
          <p:nvPr/>
        </p:nvSpPr>
        <p:spPr>
          <a:xfrm>
            <a:off x="338665" y="197506"/>
            <a:ext cx="20912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5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◇資格自慢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8307D74-3345-3D64-588E-1E4450C91A46}"/>
              </a:ext>
            </a:extLst>
          </p:cNvPr>
          <p:cNvSpPr txBox="1"/>
          <p:nvPr/>
        </p:nvSpPr>
        <p:spPr>
          <a:xfrm>
            <a:off x="131231" y="1145773"/>
            <a:ext cx="2091267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・取得資格一覧</a:t>
            </a:r>
            <a:endParaRPr kumimoji="1" lang="en-US" altLang="ja-JP" sz="2000" b="1" dirty="0"/>
          </a:p>
          <a:p>
            <a:endParaRPr kumimoji="1" lang="en-US" altLang="ja-JP" sz="1900" dirty="0"/>
          </a:p>
          <a:p>
            <a:r>
              <a:rPr lang="ja-JP" altLang="en-US" sz="1900" dirty="0"/>
              <a:t>・資格登録</a:t>
            </a:r>
            <a:endParaRPr lang="en-US" altLang="ja-JP" sz="1900" dirty="0"/>
          </a:p>
          <a:p>
            <a:endParaRPr lang="en-US" altLang="ja-JP" sz="1900" dirty="0"/>
          </a:p>
          <a:p>
            <a:r>
              <a:rPr kumimoji="1" lang="ja-JP" altLang="en-US" sz="1900" dirty="0"/>
              <a:t>・学習時間登録</a:t>
            </a:r>
            <a:endParaRPr kumimoji="1" lang="en-US" altLang="ja-JP" sz="1900" dirty="0"/>
          </a:p>
          <a:p>
            <a:r>
              <a:rPr lang="ja-JP" altLang="en-US" sz="1900" dirty="0"/>
              <a:t>（将来）</a:t>
            </a:r>
          </a:p>
          <a:p>
            <a:endParaRPr kumimoji="1" lang="en-US" altLang="ja-JP" sz="1900" dirty="0"/>
          </a:p>
          <a:p>
            <a:r>
              <a:rPr lang="ja-JP" altLang="en-US" sz="1900" dirty="0"/>
              <a:t>・学習履歴</a:t>
            </a:r>
            <a:endParaRPr lang="en-US" altLang="ja-JP" sz="1900" dirty="0"/>
          </a:p>
          <a:p>
            <a:r>
              <a:rPr lang="ja-JP" altLang="en-US" sz="1900" dirty="0"/>
              <a:t>（将来）</a:t>
            </a:r>
          </a:p>
          <a:p>
            <a:endParaRPr kumimoji="1" lang="ja-JP" altLang="en-US" sz="1900" dirty="0"/>
          </a:p>
        </p:txBody>
      </p: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DAC152F4-21A2-A5F8-97E1-DDD1A4666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547808"/>
              </p:ext>
            </p:extLst>
          </p:nvPr>
        </p:nvGraphicFramePr>
        <p:xfrm>
          <a:off x="3191933" y="1380066"/>
          <a:ext cx="84835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792">
                  <a:extLst>
                    <a:ext uri="{9D8B030D-6E8A-4147-A177-3AD203B41FA5}">
                      <a16:colId xmlns:a16="http://schemas.microsoft.com/office/drawing/2014/main" val="2862296051"/>
                    </a:ext>
                  </a:extLst>
                </a:gridCol>
                <a:gridCol w="1334258">
                  <a:extLst>
                    <a:ext uri="{9D8B030D-6E8A-4147-A177-3AD203B41FA5}">
                      <a16:colId xmlns:a16="http://schemas.microsoft.com/office/drawing/2014/main" val="826338937"/>
                    </a:ext>
                  </a:extLst>
                </a:gridCol>
                <a:gridCol w="1334258">
                  <a:extLst>
                    <a:ext uri="{9D8B030D-6E8A-4147-A177-3AD203B41FA5}">
                      <a16:colId xmlns:a16="http://schemas.microsoft.com/office/drawing/2014/main" val="1054070314"/>
                    </a:ext>
                  </a:extLst>
                </a:gridCol>
                <a:gridCol w="977505">
                  <a:extLst>
                    <a:ext uri="{9D8B030D-6E8A-4147-A177-3AD203B41FA5}">
                      <a16:colId xmlns:a16="http://schemas.microsoft.com/office/drawing/2014/main" val="3433652806"/>
                    </a:ext>
                  </a:extLst>
                </a:gridCol>
                <a:gridCol w="2682786">
                  <a:extLst>
                    <a:ext uri="{9D8B030D-6E8A-4147-A177-3AD203B41FA5}">
                      <a16:colId xmlns:a16="http://schemas.microsoft.com/office/drawing/2014/main" val="92656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2"/>
                          </a:solidFill>
                        </a:rPr>
                        <a:t>資格名称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2"/>
                          </a:solidFill>
                        </a:rPr>
                        <a:t>取得日</a:t>
                      </a:r>
                      <a:endParaRPr kumimoji="1" lang="ja-JP" altLang="en-US" sz="8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solidFill>
                            <a:schemeClr val="tx2"/>
                          </a:solidFill>
                        </a:rPr>
                        <a:t>最終更新日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2"/>
                          </a:solidFill>
                        </a:rPr>
                        <a:t>難易度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tx2"/>
                          </a:solidFill>
                        </a:rPr>
                        <a:t>一言感想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69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基本情報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2024/2/10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苦労した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41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u="sng" dirty="0">
                          <a:highlight>
                            <a:srgbClr val="00FFFF"/>
                          </a:highlight>
                        </a:rPr>
                        <a:t>応用情報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2025/10/5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2026/8/2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あまり苦労しなかった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91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144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524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51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AWS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2026/5/2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クラウド挑戦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608689"/>
                  </a:ext>
                </a:extLst>
              </a:tr>
            </a:tbl>
          </a:graphicData>
        </a:graphic>
      </p:graphicFrame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02BDE143-57CA-9066-CBE3-6CCF5A4AC28B}"/>
              </a:ext>
            </a:extLst>
          </p:cNvPr>
          <p:cNvSpPr txBox="1"/>
          <p:nvPr/>
        </p:nvSpPr>
        <p:spPr>
          <a:xfrm>
            <a:off x="3191933" y="357971"/>
            <a:ext cx="982134" cy="3847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900" b="1" dirty="0"/>
              <a:t>一覧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CB37A1EA-8B33-F731-5A4D-32B18193CD82}"/>
              </a:ext>
            </a:extLst>
          </p:cNvPr>
          <p:cNvSpPr txBox="1"/>
          <p:nvPr/>
        </p:nvSpPr>
        <p:spPr>
          <a:xfrm>
            <a:off x="4588932" y="357971"/>
            <a:ext cx="1109138" cy="384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900" b="1" dirty="0"/>
              <a:t>グラフ</a:t>
            </a:r>
            <a:endParaRPr kumimoji="1" lang="ja-JP" altLang="en-US" sz="19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DB8F56-C340-2DFC-9AEA-ACC77E983BBA}"/>
              </a:ext>
            </a:extLst>
          </p:cNvPr>
          <p:cNvSpPr txBox="1"/>
          <p:nvPr/>
        </p:nvSpPr>
        <p:spPr>
          <a:xfrm>
            <a:off x="10109200" y="6398920"/>
            <a:ext cx="2209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難易度</a:t>
            </a:r>
            <a:r>
              <a:rPr kumimoji="1" lang="ja-JP" altLang="en-US" dirty="0"/>
              <a:t>：</a:t>
            </a:r>
            <a:r>
              <a:rPr kumimoji="1" lang="en-US" altLang="ja-JP" dirty="0"/>
              <a:t>F</a:t>
            </a:r>
            <a:r>
              <a:rPr kumimoji="1" lang="ja-JP" altLang="en-US" dirty="0"/>
              <a:t>～</a:t>
            </a:r>
            <a:r>
              <a:rPr kumimoji="1" lang="en-US" altLang="ja-JP" dirty="0"/>
              <a:t>SSS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287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B74F-4D15-718F-C6AC-6CA50C40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3585F16-2C3A-B860-D9E9-6399D3D3831C}"/>
              </a:ext>
            </a:extLst>
          </p:cNvPr>
          <p:cNvSpPr/>
          <p:nvPr/>
        </p:nvSpPr>
        <p:spPr>
          <a:xfrm>
            <a:off x="1" y="872066"/>
            <a:ext cx="2641600" cy="59859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F43AE47-A23E-9755-FE4C-B4B7C4587C2D}"/>
              </a:ext>
            </a:extLst>
          </p:cNvPr>
          <p:cNvSpPr/>
          <p:nvPr/>
        </p:nvSpPr>
        <p:spPr>
          <a:xfrm>
            <a:off x="2641600" y="0"/>
            <a:ext cx="9550399" cy="8720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A9406B6-DF6D-5D1A-9242-8D8EDFC66A6F}"/>
              </a:ext>
            </a:extLst>
          </p:cNvPr>
          <p:cNvSpPr/>
          <p:nvPr/>
        </p:nvSpPr>
        <p:spPr>
          <a:xfrm>
            <a:off x="0" y="0"/>
            <a:ext cx="2641599" cy="8720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2B16682-1A43-441C-2A2D-C3F2B82BB0C8}"/>
              </a:ext>
            </a:extLst>
          </p:cNvPr>
          <p:cNvSpPr txBox="1"/>
          <p:nvPr/>
        </p:nvSpPr>
        <p:spPr>
          <a:xfrm>
            <a:off x="338665" y="197506"/>
            <a:ext cx="20912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5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◇資格自慢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DB3A7C-E50E-0620-A074-A15F9591FD03}"/>
              </a:ext>
            </a:extLst>
          </p:cNvPr>
          <p:cNvSpPr txBox="1"/>
          <p:nvPr/>
        </p:nvSpPr>
        <p:spPr>
          <a:xfrm>
            <a:off x="2952831" y="1542507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取得資格：</a:t>
            </a:r>
            <a:endParaRPr kumimoji="1" lang="ja-JP" altLang="en-US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38B29F1-927E-8F7E-BB1E-3D5B9B16ED4A}"/>
              </a:ext>
            </a:extLst>
          </p:cNvPr>
          <p:cNvSpPr txBox="1"/>
          <p:nvPr/>
        </p:nvSpPr>
        <p:spPr>
          <a:xfrm>
            <a:off x="7505696" y="2271805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難易度：</a:t>
            </a:r>
            <a:endParaRPr kumimoji="1" lang="ja-JP" altLang="en-US" b="1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F147E31-866D-6368-49AB-779A66C3B99C}"/>
              </a:ext>
            </a:extLst>
          </p:cNvPr>
          <p:cNvSpPr txBox="1"/>
          <p:nvPr/>
        </p:nvSpPr>
        <p:spPr>
          <a:xfrm>
            <a:off x="2942160" y="2271805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取得日：</a:t>
            </a:r>
            <a:endParaRPr kumimoji="1" lang="ja-JP" altLang="en-US" b="1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9F9F0FE-4D02-E659-4E40-19AD4F983389}"/>
              </a:ext>
            </a:extLst>
          </p:cNvPr>
          <p:cNvSpPr txBox="1"/>
          <p:nvPr/>
        </p:nvSpPr>
        <p:spPr>
          <a:xfrm>
            <a:off x="2942160" y="3691852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　一言：</a:t>
            </a:r>
            <a:endParaRPr kumimoji="1" lang="ja-JP" altLang="en-US" b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002E473-EF4A-CA44-5F55-82FC3A82DDF6}"/>
              </a:ext>
            </a:extLst>
          </p:cNvPr>
          <p:cNvSpPr txBox="1"/>
          <p:nvPr/>
        </p:nvSpPr>
        <p:spPr>
          <a:xfrm>
            <a:off x="6267531" y="6123025"/>
            <a:ext cx="194326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/>
              <a:t>編集する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34A6A7DC-053A-3C3C-023B-1BEA7A656076}"/>
              </a:ext>
            </a:extLst>
          </p:cNvPr>
          <p:cNvSpPr/>
          <p:nvPr/>
        </p:nvSpPr>
        <p:spPr>
          <a:xfrm>
            <a:off x="4326296" y="1516074"/>
            <a:ext cx="6024202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応用情報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A9995CB-426E-FBB0-007D-7EA013E21E9F}"/>
              </a:ext>
            </a:extLst>
          </p:cNvPr>
          <p:cNvSpPr/>
          <p:nvPr/>
        </p:nvSpPr>
        <p:spPr>
          <a:xfrm>
            <a:off x="9046464" y="2271805"/>
            <a:ext cx="1304034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/>
                </a:solidFill>
              </a:rPr>
              <a:t>S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9508FD6-733A-83E4-5A65-E48566DFA064}"/>
              </a:ext>
            </a:extLst>
          </p:cNvPr>
          <p:cNvSpPr/>
          <p:nvPr/>
        </p:nvSpPr>
        <p:spPr>
          <a:xfrm>
            <a:off x="4326295" y="2271805"/>
            <a:ext cx="3022770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2025</a:t>
            </a:r>
            <a:r>
              <a:rPr kumimoji="1" lang="en-US" altLang="ja-JP" b="1" dirty="0">
                <a:solidFill>
                  <a:schemeClr val="tx1"/>
                </a:solidFill>
              </a:rPr>
              <a:t>/10/5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EDDE2DF-DDA8-9212-FB50-C577CF46C826}"/>
              </a:ext>
            </a:extLst>
          </p:cNvPr>
          <p:cNvSpPr/>
          <p:nvPr/>
        </p:nvSpPr>
        <p:spPr>
          <a:xfrm>
            <a:off x="4326296" y="3645111"/>
            <a:ext cx="6024202" cy="2044217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dirty="0">
                <a:solidFill>
                  <a:schemeClr val="tx1"/>
                </a:solidFill>
              </a:rPr>
              <a:t>あまり苦労しなかった</a:t>
            </a:r>
          </a:p>
        </p:txBody>
      </p:sp>
      <p:sp>
        <p:nvSpPr>
          <p:cNvPr id="5" name="フローチャート: 組合せ 4">
            <a:extLst>
              <a:ext uri="{FF2B5EF4-FFF2-40B4-BE49-F238E27FC236}">
                <a16:creationId xmlns:a16="http://schemas.microsoft.com/office/drawing/2014/main" id="{639F1ACF-4B77-7F12-077A-5A0E433F9031}"/>
              </a:ext>
            </a:extLst>
          </p:cNvPr>
          <p:cNvSpPr/>
          <p:nvPr/>
        </p:nvSpPr>
        <p:spPr>
          <a:xfrm>
            <a:off x="10024533" y="2420802"/>
            <a:ext cx="220134" cy="140939"/>
          </a:xfrm>
          <a:prstGeom prst="flowChartMer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EA48A21-11E7-49D3-D179-6823C4E2F819}"/>
              </a:ext>
            </a:extLst>
          </p:cNvPr>
          <p:cNvSpPr txBox="1"/>
          <p:nvPr/>
        </p:nvSpPr>
        <p:spPr>
          <a:xfrm>
            <a:off x="2472267" y="3024423"/>
            <a:ext cx="193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最終更新日：</a:t>
            </a:r>
            <a:endParaRPr kumimoji="1" lang="ja-JP" altLang="en-US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49A3991-C7B1-A298-A93F-8B33738FC221}"/>
              </a:ext>
            </a:extLst>
          </p:cNvPr>
          <p:cNvSpPr/>
          <p:nvPr/>
        </p:nvSpPr>
        <p:spPr>
          <a:xfrm>
            <a:off x="4326295" y="3012763"/>
            <a:ext cx="3022770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>
                <a:solidFill>
                  <a:schemeClr val="tx1"/>
                </a:solidFill>
              </a:rPr>
              <a:t>yyyy</a:t>
            </a:r>
            <a:r>
              <a:rPr kumimoji="1" lang="en-US" altLang="ja-JP" b="1" dirty="0">
                <a:solidFill>
                  <a:schemeClr val="tx1"/>
                </a:solidFill>
              </a:rPr>
              <a:t>/MM/dd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B5CA9F0-E68B-2C34-943A-DF2CC935207F}"/>
              </a:ext>
            </a:extLst>
          </p:cNvPr>
          <p:cNvSpPr txBox="1"/>
          <p:nvPr/>
        </p:nvSpPr>
        <p:spPr>
          <a:xfrm>
            <a:off x="158825" y="1233948"/>
            <a:ext cx="2091267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・取得資格一覧</a:t>
            </a:r>
            <a:endParaRPr kumimoji="1" lang="en-US" altLang="ja-JP" sz="2000" b="1" dirty="0"/>
          </a:p>
          <a:p>
            <a:endParaRPr kumimoji="1" lang="en-US" altLang="ja-JP" sz="1900" dirty="0"/>
          </a:p>
          <a:p>
            <a:r>
              <a:rPr lang="ja-JP" altLang="en-US" sz="1900" dirty="0"/>
              <a:t>・資格登録</a:t>
            </a:r>
            <a:endParaRPr lang="en-US" altLang="ja-JP" sz="1900" dirty="0"/>
          </a:p>
          <a:p>
            <a:endParaRPr lang="en-US" altLang="ja-JP" sz="1900" dirty="0"/>
          </a:p>
          <a:p>
            <a:r>
              <a:rPr kumimoji="1" lang="ja-JP" altLang="en-US" sz="1900" dirty="0"/>
              <a:t>・学習時間登録</a:t>
            </a:r>
            <a:endParaRPr kumimoji="1" lang="en-US" altLang="ja-JP" sz="1900" dirty="0"/>
          </a:p>
          <a:p>
            <a:r>
              <a:rPr lang="ja-JP" altLang="en-US" sz="1900" dirty="0"/>
              <a:t>（将来）</a:t>
            </a:r>
          </a:p>
          <a:p>
            <a:endParaRPr kumimoji="1" lang="en-US" altLang="ja-JP" sz="1900" dirty="0"/>
          </a:p>
          <a:p>
            <a:r>
              <a:rPr lang="ja-JP" altLang="en-US" sz="1900" dirty="0"/>
              <a:t>・学習履歴</a:t>
            </a:r>
            <a:endParaRPr lang="en-US" altLang="ja-JP" sz="1900" dirty="0"/>
          </a:p>
          <a:p>
            <a:r>
              <a:rPr lang="ja-JP" altLang="en-US" sz="1900" dirty="0"/>
              <a:t>（将来）</a:t>
            </a:r>
          </a:p>
          <a:p>
            <a:endParaRPr kumimoji="1" lang="ja-JP" altLang="en-US" sz="19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27F7490-F1AD-E4FB-2120-0E21D89ABABD}"/>
              </a:ext>
            </a:extLst>
          </p:cNvPr>
          <p:cNvSpPr txBox="1"/>
          <p:nvPr/>
        </p:nvSpPr>
        <p:spPr>
          <a:xfrm>
            <a:off x="3191933" y="324103"/>
            <a:ext cx="982134" cy="3847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900" b="1" dirty="0"/>
              <a:t>一覧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6F8BEDC-1E10-25D3-832C-666BDA21BD8C}"/>
              </a:ext>
            </a:extLst>
          </p:cNvPr>
          <p:cNvSpPr txBox="1"/>
          <p:nvPr/>
        </p:nvSpPr>
        <p:spPr>
          <a:xfrm>
            <a:off x="4588932" y="324103"/>
            <a:ext cx="1109138" cy="384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900" b="1" dirty="0"/>
              <a:t>グラフ</a:t>
            </a:r>
            <a:endParaRPr kumimoji="1" lang="ja-JP" altLang="en-US" sz="190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731D602-F020-DD9C-331A-D5F25D9DBE42}"/>
              </a:ext>
            </a:extLst>
          </p:cNvPr>
          <p:cNvSpPr txBox="1"/>
          <p:nvPr/>
        </p:nvSpPr>
        <p:spPr>
          <a:xfrm>
            <a:off x="9273033" y="6123026"/>
            <a:ext cx="1943268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/>
              <a:t>削除する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AC8E89F-0D00-6AB7-B235-96D2B278AA1A}"/>
              </a:ext>
            </a:extLst>
          </p:cNvPr>
          <p:cNvSpPr txBox="1"/>
          <p:nvPr/>
        </p:nvSpPr>
        <p:spPr>
          <a:xfrm>
            <a:off x="3262029" y="6123024"/>
            <a:ext cx="194326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/>
              <a:t>更新する</a:t>
            </a:r>
          </a:p>
        </p:txBody>
      </p:sp>
    </p:spTree>
    <p:extLst>
      <p:ext uri="{BB962C8B-B14F-4D97-AF65-F5344CB8AC3E}">
        <p14:creationId xmlns:p14="http://schemas.microsoft.com/office/powerpoint/2010/main" val="1776922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7D65E-35D0-6BA9-9371-74C448B9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446AB-72F8-0629-7D3A-0A03AE26B940}"/>
              </a:ext>
            </a:extLst>
          </p:cNvPr>
          <p:cNvSpPr/>
          <p:nvPr/>
        </p:nvSpPr>
        <p:spPr>
          <a:xfrm>
            <a:off x="1" y="872066"/>
            <a:ext cx="2641600" cy="59859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2B0FA18-8E61-E027-1D96-3C257F6E5FBF}"/>
              </a:ext>
            </a:extLst>
          </p:cNvPr>
          <p:cNvSpPr/>
          <p:nvPr/>
        </p:nvSpPr>
        <p:spPr>
          <a:xfrm>
            <a:off x="2641600" y="0"/>
            <a:ext cx="9550399" cy="8720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134981-6A8F-AE42-408A-6D72E961AA55}"/>
              </a:ext>
            </a:extLst>
          </p:cNvPr>
          <p:cNvSpPr/>
          <p:nvPr/>
        </p:nvSpPr>
        <p:spPr>
          <a:xfrm>
            <a:off x="0" y="0"/>
            <a:ext cx="2641599" cy="8720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F73D3C-006E-27C0-1AE5-B6334B4443F2}"/>
              </a:ext>
            </a:extLst>
          </p:cNvPr>
          <p:cNvSpPr txBox="1"/>
          <p:nvPr/>
        </p:nvSpPr>
        <p:spPr>
          <a:xfrm>
            <a:off x="338665" y="197506"/>
            <a:ext cx="20912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5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◇資格自慢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D1B1BA-7450-0771-30A3-98F48773E61A}"/>
              </a:ext>
            </a:extLst>
          </p:cNvPr>
          <p:cNvSpPr txBox="1"/>
          <p:nvPr/>
        </p:nvSpPr>
        <p:spPr>
          <a:xfrm>
            <a:off x="2952831" y="1542507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取得資格：</a:t>
            </a:r>
            <a:endParaRPr kumimoji="1" lang="ja-JP" altLang="en-US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74A3320-CD3B-482C-E47C-52F41F533444}"/>
              </a:ext>
            </a:extLst>
          </p:cNvPr>
          <p:cNvSpPr txBox="1"/>
          <p:nvPr/>
        </p:nvSpPr>
        <p:spPr>
          <a:xfrm>
            <a:off x="7505696" y="2380416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難易度：</a:t>
            </a:r>
            <a:endParaRPr kumimoji="1" lang="ja-JP" altLang="en-US" b="1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1378DE3-3C09-A659-3F7B-58977D421075}"/>
              </a:ext>
            </a:extLst>
          </p:cNvPr>
          <p:cNvSpPr txBox="1"/>
          <p:nvPr/>
        </p:nvSpPr>
        <p:spPr>
          <a:xfrm>
            <a:off x="2942160" y="2380416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取得日：</a:t>
            </a:r>
            <a:endParaRPr kumimoji="1" lang="ja-JP" altLang="en-US" b="1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85CBD43-83A5-AAF7-3055-889E5D4F5DAB}"/>
              </a:ext>
            </a:extLst>
          </p:cNvPr>
          <p:cNvSpPr txBox="1"/>
          <p:nvPr/>
        </p:nvSpPr>
        <p:spPr>
          <a:xfrm>
            <a:off x="2942160" y="3691852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　一言：</a:t>
            </a:r>
            <a:endParaRPr kumimoji="1" lang="ja-JP" altLang="en-US" b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F881DA9-E894-4282-D2D3-7F57C9BEE140}"/>
              </a:ext>
            </a:extLst>
          </p:cNvPr>
          <p:cNvSpPr txBox="1"/>
          <p:nvPr/>
        </p:nvSpPr>
        <p:spPr>
          <a:xfrm>
            <a:off x="3769864" y="6072232"/>
            <a:ext cx="194326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/>
              <a:t>編集する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F251C0A-68BC-0A14-CDA0-7CBC9D6BA07B}"/>
              </a:ext>
            </a:extLst>
          </p:cNvPr>
          <p:cNvSpPr/>
          <p:nvPr/>
        </p:nvSpPr>
        <p:spPr>
          <a:xfrm>
            <a:off x="4326296" y="1516074"/>
            <a:ext cx="6024202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応用情報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4E0111D-98F8-B112-7283-C71162117120}"/>
              </a:ext>
            </a:extLst>
          </p:cNvPr>
          <p:cNvSpPr/>
          <p:nvPr/>
        </p:nvSpPr>
        <p:spPr>
          <a:xfrm>
            <a:off x="9046464" y="2380416"/>
            <a:ext cx="1304034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/>
                </a:solidFill>
              </a:rPr>
              <a:t>S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0013D246-088D-8AA4-8DEF-E798DCC405D6}"/>
              </a:ext>
            </a:extLst>
          </p:cNvPr>
          <p:cNvSpPr/>
          <p:nvPr/>
        </p:nvSpPr>
        <p:spPr>
          <a:xfrm>
            <a:off x="4326295" y="2380416"/>
            <a:ext cx="3022770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2025</a:t>
            </a:r>
            <a:r>
              <a:rPr kumimoji="1" lang="en-US" altLang="ja-JP" b="1" dirty="0">
                <a:solidFill>
                  <a:schemeClr val="tx1"/>
                </a:solidFill>
              </a:rPr>
              <a:t>/10/5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7C83D708-0F7B-762F-CB3A-A4F6613930FA}"/>
              </a:ext>
            </a:extLst>
          </p:cNvPr>
          <p:cNvSpPr/>
          <p:nvPr/>
        </p:nvSpPr>
        <p:spPr>
          <a:xfrm>
            <a:off x="4326296" y="3645111"/>
            <a:ext cx="6024202" cy="2044217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dirty="0">
                <a:solidFill>
                  <a:schemeClr val="tx1"/>
                </a:solidFill>
              </a:rPr>
              <a:t>あまり苦労しなかった</a:t>
            </a:r>
          </a:p>
        </p:txBody>
      </p:sp>
      <p:sp>
        <p:nvSpPr>
          <p:cNvPr id="5" name="フローチャート: 組合せ 4">
            <a:extLst>
              <a:ext uri="{FF2B5EF4-FFF2-40B4-BE49-F238E27FC236}">
                <a16:creationId xmlns:a16="http://schemas.microsoft.com/office/drawing/2014/main" id="{111923D0-3CEA-4251-DFB7-352D42200D91}"/>
              </a:ext>
            </a:extLst>
          </p:cNvPr>
          <p:cNvSpPr/>
          <p:nvPr/>
        </p:nvSpPr>
        <p:spPr>
          <a:xfrm>
            <a:off x="10024533" y="2529413"/>
            <a:ext cx="220134" cy="140939"/>
          </a:xfrm>
          <a:prstGeom prst="flowChartMer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EA67D5-D78C-36FA-266B-29F28B0AB5C9}"/>
              </a:ext>
            </a:extLst>
          </p:cNvPr>
          <p:cNvSpPr txBox="1"/>
          <p:nvPr/>
        </p:nvSpPr>
        <p:spPr>
          <a:xfrm>
            <a:off x="2472267" y="3024423"/>
            <a:ext cx="193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最終更新日：</a:t>
            </a:r>
            <a:endParaRPr kumimoji="1" lang="ja-JP" altLang="en-US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6B84BF4-BBAB-CC18-8278-DD1005CCDA46}"/>
              </a:ext>
            </a:extLst>
          </p:cNvPr>
          <p:cNvSpPr/>
          <p:nvPr/>
        </p:nvSpPr>
        <p:spPr>
          <a:xfrm>
            <a:off x="4326295" y="3012763"/>
            <a:ext cx="3022770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>
                <a:solidFill>
                  <a:schemeClr val="tx1"/>
                </a:solidFill>
              </a:rPr>
              <a:t>yyyy</a:t>
            </a:r>
            <a:r>
              <a:rPr kumimoji="1" lang="en-US" altLang="ja-JP" b="1" dirty="0">
                <a:solidFill>
                  <a:schemeClr val="tx1"/>
                </a:solidFill>
              </a:rPr>
              <a:t>/MM/dd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82AE4FE-8FE1-3576-386A-A32F7E7C4D8D}"/>
              </a:ext>
            </a:extLst>
          </p:cNvPr>
          <p:cNvSpPr txBox="1"/>
          <p:nvPr/>
        </p:nvSpPr>
        <p:spPr>
          <a:xfrm>
            <a:off x="158825" y="1233948"/>
            <a:ext cx="2091267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・取得資格一覧</a:t>
            </a:r>
            <a:endParaRPr kumimoji="1" lang="en-US" altLang="ja-JP" sz="2000" b="1" dirty="0"/>
          </a:p>
          <a:p>
            <a:endParaRPr kumimoji="1" lang="en-US" altLang="ja-JP" sz="1900" dirty="0"/>
          </a:p>
          <a:p>
            <a:r>
              <a:rPr lang="ja-JP" altLang="en-US" sz="1900" dirty="0"/>
              <a:t>・資格登録</a:t>
            </a:r>
            <a:endParaRPr lang="en-US" altLang="ja-JP" sz="1900" dirty="0"/>
          </a:p>
          <a:p>
            <a:endParaRPr lang="en-US" altLang="ja-JP" sz="1900" dirty="0"/>
          </a:p>
          <a:p>
            <a:r>
              <a:rPr kumimoji="1" lang="ja-JP" altLang="en-US" sz="1900" dirty="0"/>
              <a:t>・学習時間登録</a:t>
            </a:r>
            <a:endParaRPr kumimoji="1" lang="en-US" altLang="ja-JP" sz="1900" dirty="0"/>
          </a:p>
          <a:p>
            <a:r>
              <a:rPr lang="ja-JP" altLang="en-US" sz="1900" dirty="0"/>
              <a:t>（将来）</a:t>
            </a:r>
          </a:p>
          <a:p>
            <a:endParaRPr kumimoji="1" lang="en-US" altLang="ja-JP" sz="1900" dirty="0"/>
          </a:p>
          <a:p>
            <a:r>
              <a:rPr lang="ja-JP" altLang="en-US" sz="1900" dirty="0"/>
              <a:t>・学習履歴</a:t>
            </a:r>
            <a:endParaRPr lang="en-US" altLang="ja-JP" sz="1900" dirty="0"/>
          </a:p>
          <a:p>
            <a:r>
              <a:rPr lang="ja-JP" altLang="en-US" sz="1900" dirty="0"/>
              <a:t>（将来）</a:t>
            </a:r>
          </a:p>
          <a:p>
            <a:endParaRPr kumimoji="1" lang="ja-JP" altLang="en-US" sz="19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2B4FDFB-3B7C-64CD-BDF4-ECF3BAF5639F}"/>
              </a:ext>
            </a:extLst>
          </p:cNvPr>
          <p:cNvSpPr txBox="1"/>
          <p:nvPr/>
        </p:nvSpPr>
        <p:spPr>
          <a:xfrm>
            <a:off x="3191933" y="324103"/>
            <a:ext cx="982134" cy="3847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900" b="1" dirty="0"/>
              <a:t>一覧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A9BDBF3-5580-EED5-83FE-1A243D18290E}"/>
              </a:ext>
            </a:extLst>
          </p:cNvPr>
          <p:cNvSpPr txBox="1"/>
          <p:nvPr/>
        </p:nvSpPr>
        <p:spPr>
          <a:xfrm>
            <a:off x="4588932" y="324103"/>
            <a:ext cx="1109138" cy="384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900" b="1" dirty="0"/>
              <a:t>グラフ</a:t>
            </a:r>
            <a:endParaRPr kumimoji="1" lang="ja-JP" altLang="en-US" sz="190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6D9096A-CFD0-1600-ED18-D0BA447EDA0D}"/>
              </a:ext>
            </a:extLst>
          </p:cNvPr>
          <p:cNvSpPr txBox="1"/>
          <p:nvPr/>
        </p:nvSpPr>
        <p:spPr>
          <a:xfrm>
            <a:off x="9273033" y="6123026"/>
            <a:ext cx="1943268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/>
              <a:t>削除する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ED0B56B-4E07-B8C0-024E-8790BAFCF42F}"/>
              </a:ext>
            </a:extLst>
          </p:cNvPr>
          <p:cNvSpPr/>
          <p:nvPr/>
        </p:nvSpPr>
        <p:spPr>
          <a:xfrm>
            <a:off x="5215465" y="2247623"/>
            <a:ext cx="3987800" cy="285326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BBD767B-F6BB-871E-A6CE-083954CA473F}"/>
              </a:ext>
            </a:extLst>
          </p:cNvPr>
          <p:cNvSpPr txBox="1"/>
          <p:nvPr/>
        </p:nvSpPr>
        <p:spPr>
          <a:xfrm>
            <a:off x="7494675" y="3996087"/>
            <a:ext cx="13140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/>
              <a:t>はい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1544BBD-D643-0884-A637-6AC31D49F9D8}"/>
              </a:ext>
            </a:extLst>
          </p:cNvPr>
          <p:cNvSpPr txBox="1"/>
          <p:nvPr/>
        </p:nvSpPr>
        <p:spPr>
          <a:xfrm>
            <a:off x="6193322" y="2681763"/>
            <a:ext cx="2032085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本当に削除</a:t>
            </a:r>
            <a:endParaRPr lang="en-US" altLang="ja-JP" sz="2400" b="1" dirty="0"/>
          </a:p>
          <a:p>
            <a:pPr algn="ctr"/>
            <a:r>
              <a:rPr lang="ja-JP" altLang="en-US" sz="2400" b="1" dirty="0"/>
              <a:t>しますか？</a:t>
            </a:r>
            <a:endParaRPr kumimoji="1" lang="ja-JP" altLang="en-US" sz="2400" b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F76C6F2-2C76-8A0D-23E6-76B0E38EF833}"/>
              </a:ext>
            </a:extLst>
          </p:cNvPr>
          <p:cNvSpPr txBox="1"/>
          <p:nvPr/>
        </p:nvSpPr>
        <p:spPr>
          <a:xfrm>
            <a:off x="5698070" y="3986594"/>
            <a:ext cx="13140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/>
              <a:t>いいえ</a:t>
            </a:r>
          </a:p>
        </p:txBody>
      </p:sp>
    </p:spTree>
    <p:extLst>
      <p:ext uri="{BB962C8B-B14F-4D97-AF65-F5344CB8AC3E}">
        <p14:creationId xmlns:p14="http://schemas.microsoft.com/office/powerpoint/2010/main" val="87221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D483-C5E4-5917-E91C-76E083E5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45982F7-0602-F006-5489-F705B3F2B58A}"/>
              </a:ext>
            </a:extLst>
          </p:cNvPr>
          <p:cNvSpPr/>
          <p:nvPr/>
        </p:nvSpPr>
        <p:spPr>
          <a:xfrm>
            <a:off x="1" y="872066"/>
            <a:ext cx="2641600" cy="59859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01DFECC-787B-6D46-6099-9E0B57CB6838}"/>
              </a:ext>
            </a:extLst>
          </p:cNvPr>
          <p:cNvSpPr/>
          <p:nvPr/>
        </p:nvSpPr>
        <p:spPr>
          <a:xfrm>
            <a:off x="2641600" y="0"/>
            <a:ext cx="9550399" cy="8720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46D649E-D607-BA5F-58DA-010C8FEF4EB5}"/>
              </a:ext>
            </a:extLst>
          </p:cNvPr>
          <p:cNvSpPr/>
          <p:nvPr/>
        </p:nvSpPr>
        <p:spPr>
          <a:xfrm>
            <a:off x="0" y="0"/>
            <a:ext cx="2641599" cy="8720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EC8EE4-3507-3140-2BEA-0DDB2AB01022}"/>
              </a:ext>
            </a:extLst>
          </p:cNvPr>
          <p:cNvSpPr txBox="1"/>
          <p:nvPr/>
        </p:nvSpPr>
        <p:spPr>
          <a:xfrm>
            <a:off x="338665" y="197506"/>
            <a:ext cx="20912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5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◇資格自慢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10139F-7925-0738-C84E-1FD59DA52B1A}"/>
              </a:ext>
            </a:extLst>
          </p:cNvPr>
          <p:cNvSpPr txBox="1"/>
          <p:nvPr/>
        </p:nvSpPr>
        <p:spPr>
          <a:xfrm>
            <a:off x="97365" y="1137307"/>
            <a:ext cx="2091267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・取得資格一覧</a:t>
            </a:r>
            <a:endParaRPr kumimoji="1" lang="en-US" altLang="ja-JP" sz="2000" b="1" dirty="0"/>
          </a:p>
          <a:p>
            <a:endParaRPr kumimoji="1" lang="en-US" altLang="ja-JP" sz="1900" dirty="0"/>
          </a:p>
          <a:p>
            <a:r>
              <a:rPr lang="ja-JP" altLang="en-US" sz="1900" dirty="0"/>
              <a:t>・資格登録</a:t>
            </a:r>
            <a:endParaRPr lang="en-US" altLang="ja-JP" sz="1900" dirty="0"/>
          </a:p>
          <a:p>
            <a:endParaRPr lang="en-US" altLang="ja-JP" sz="1900" dirty="0"/>
          </a:p>
          <a:p>
            <a:r>
              <a:rPr kumimoji="1" lang="ja-JP" altLang="en-US" sz="1900" dirty="0"/>
              <a:t>・学習時間登録</a:t>
            </a:r>
            <a:endParaRPr kumimoji="1" lang="en-US" altLang="ja-JP" sz="1900" dirty="0"/>
          </a:p>
          <a:p>
            <a:r>
              <a:rPr lang="ja-JP" altLang="en-US" sz="1900" dirty="0"/>
              <a:t>（将来）</a:t>
            </a:r>
            <a:endParaRPr kumimoji="1" lang="en-US" altLang="ja-JP" sz="1900" dirty="0"/>
          </a:p>
          <a:p>
            <a:endParaRPr kumimoji="1" lang="en-US" altLang="ja-JP" sz="1900" dirty="0"/>
          </a:p>
          <a:p>
            <a:r>
              <a:rPr lang="ja-JP" altLang="en-US" sz="1900" dirty="0"/>
              <a:t>・学習履歴</a:t>
            </a:r>
            <a:endParaRPr lang="en-US" altLang="ja-JP" sz="1900" dirty="0"/>
          </a:p>
          <a:p>
            <a:r>
              <a:rPr lang="ja-JP" altLang="en-US" sz="1900" dirty="0"/>
              <a:t>（将来）</a:t>
            </a:r>
          </a:p>
          <a:p>
            <a:endParaRPr kumimoji="1" lang="ja-JP" altLang="en-US" sz="1900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D6F33FB-C7CD-9F29-4F99-382E6098A03A}"/>
              </a:ext>
            </a:extLst>
          </p:cNvPr>
          <p:cNvCxnSpPr>
            <a:cxnSpLocks/>
          </p:cNvCxnSpPr>
          <p:nvPr/>
        </p:nvCxnSpPr>
        <p:spPr>
          <a:xfrm>
            <a:off x="3153836" y="6028284"/>
            <a:ext cx="87291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6F81A0B-6E26-61CB-4F53-61E6D42DC4CA}"/>
              </a:ext>
            </a:extLst>
          </p:cNvPr>
          <p:cNvSpPr txBox="1"/>
          <p:nvPr/>
        </p:nvSpPr>
        <p:spPr>
          <a:xfrm>
            <a:off x="3086102" y="6115308"/>
            <a:ext cx="87291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900" dirty="0"/>
              <a:t>SSS</a:t>
            </a:r>
            <a:r>
              <a:rPr kumimoji="1" lang="ja-JP" altLang="en-US" sz="1900" dirty="0"/>
              <a:t>　　　</a:t>
            </a:r>
            <a:r>
              <a:rPr kumimoji="1" lang="en-US" altLang="ja-JP" sz="1900" dirty="0"/>
              <a:t>S</a:t>
            </a:r>
            <a:r>
              <a:rPr lang="en-US" altLang="ja-JP" sz="1900" dirty="0"/>
              <a:t>S</a:t>
            </a:r>
            <a:r>
              <a:rPr lang="ja-JP" altLang="en-US" sz="1900" dirty="0"/>
              <a:t>　　　</a:t>
            </a:r>
            <a:r>
              <a:rPr lang="en-US" altLang="ja-JP" sz="1900" dirty="0"/>
              <a:t>S</a:t>
            </a:r>
            <a:r>
              <a:rPr lang="ja-JP" altLang="en-US" sz="1900" dirty="0"/>
              <a:t>　　　 </a:t>
            </a:r>
            <a:r>
              <a:rPr lang="en-US" altLang="ja-JP" sz="1900" dirty="0"/>
              <a:t>A</a:t>
            </a:r>
            <a:r>
              <a:rPr lang="ja-JP" altLang="en-US" sz="1900" dirty="0"/>
              <a:t>　 　　</a:t>
            </a:r>
            <a:r>
              <a:rPr lang="en-US" altLang="ja-JP" sz="1900" dirty="0"/>
              <a:t>B</a:t>
            </a:r>
            <a:r>
              <a:rPr lang="ja-JP" altLang="en-US" sz="1900" dirty="0"/>
              <a:t>　 　　</a:t>
            </a:r>
            <a:r>
              <a:rPr lang="en-US" altLang="ja-JP" sz="1900" dirty="0"/>
              <a:t>C</a:t>
            </a:r>
            <a:r>
              <a:rPr lang="ja-JP" altLang="en-US" sz="1900" dirty="0"/>
              <a:t>　　　 </a:t>
            </a:r>
            <a:r>
              <a:rPr lang="en-US" altLang="ja-JP" sz="1900" dirty="0"/>
              <a:t>D</a:t>
            </a:r>
            <a:r>
              <a:rPr lang="ja-JP" altLang="en-US" sz="1900" dirty="0"/>
              <a:t>　　 　 </a:t>
            </a:r>
            <a:r>
              <a:rPr lang="en-US" altLang="ja-JP" sz="1900" dirty="0"/>
              <a:t>E</a:t>
            </a:r>
            <a:r>
              <a:rPr lang="ja-JP" altLang="en-US" sz="1900" dirty="0"/>
              <a:t>　 　　</a:t>
            </a:r>
            <a:r>
              <a:rPr lang="en-US" altLang="ja-JP" sz="1900" dirty="0"/>
              <a:t>F</a:t>
            </a:r>
            <a:r>
              <a:rPr lang="ja-JP" altLang="en-US" sz="1900" dirty="0"/>
              <a:t>　　　</a:t>
            </a:r>
            <a:endParaRPr kumimoji="1" lang="ja-JP" altLang="en-US" sz="19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D89C842-252C-4FF1-B298-BF155F3297AD}"/>
              </a:ext>
            </a:extLst>
          </p:cNvPr>
          <p:cNvSpPr/>
          <p:nvPr/>
        </p:nvSpPr>
        <p:spPr>
          <a:xfrm>
            <a:off x="4461938" y="5444089"/>
            <a:ext cx="108000" cy="5841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EA887A8-CC13-B030-CCCA-B06D60312A16}"/>
              </a:ext>
            </a:extLst>
          </p:cNvPr>
          <p:cNvSpPr/>
          <p:nvPr/>
        </p:nvSpPr>
        <p:spPr>
          <a:xfrm>
            <a:off x="5389037" y="5444089"/>
            <a:ext cx="108000" cy="5841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FC8C097-E969-0661-C7B6-18787FC454F0}"/>
              </a:ext>
            </a:extLst>
          </p:cNvPr>
          <p:cNvSpPr/>
          <p:nvPr/>
        </p:nvSpPr>
        <p:spPr>
          <a:xfrm>
            <a:off x="8264505" y="5444088"/>
            <a:ext cx="108000" cy="5841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72C78A6-13AA-6863-383F-DA9C2A96C753}"/>
              </a:ext>
            </a:extLst>
          </p:cNvPr>
          <p:cNvSpPr/>
          <p:nvPr/>
        </p:nvSpPr>
        <p:spPr>
          <a:xfrm>
            <a:off x="7300334" y="4605885"/>
            <a:ext cx="108000" cy="14223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9C3F05F-E4C5-01FA-C0AB-40127EA91AD5}"/>
              </a:ext>
            </a:extLst>
          </p:cNvPr>
          <p:cNvSpPr/>
          <p:nvPr/>
        </p:nvSpPr>
        <p:spPr>
          <a:xfrm>
            <a:off x="6336273" y="5080016"/>
            <a:ext cx="108000" cy="9482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EDA7036-AA6E-D083-14F4-E13BC665519F}"/>
              </a:ext>
            </a:extLst>
          </p:cNvPr>
          <p:cNvSpPr/>
          <p:nvPr/>
        </p:nvSpPr>
        <p:spPr>
          <a:xfrm>
            <a:off x="10342032" y="5444088"/>
            <a:ext cx="108000" cy="5841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37DE9E1E-3A10-B8CE-BBEA-0FB028BA61AF}"/>
              </a:ext>
            </a:extLst>
          </p:cNvPr>
          <p:cNvCxnSpPr>
            <a:cxnSpLocks/>
          </p:cNvCxnSpPr>
          <p:nvPr/>
        </p:nvCxnSpPr>
        <p:spPr>
          <a:xfrm flipV="1">
            <a:off x="3153836" y="1524000"/>
            <a:ext cx="0" cy="42426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1DA8DDC6-F362-E395-CD75-BF3066846983}"/>
              </a:ext>
            </a:extLst>
          </p:cNvPr>
          <p:cNvSpPr txBox="1"/>
          <p:nvPr/>
        </p:nvSpPr>
        <p:spPr>
          <a:xfrm>
            <a:off x="2810928" y="1601392"/>
            <a:ext cx="38100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10</a:t>
            </a:r>
          </a:p>
          <a:p>
            <a:endParaRPr kumimoji="1" lang="en-US" altLang="ja-JP" sz="1400" dirty="0"/>
          </a:p>
          <a:p>
            <a:r>
              <a:rPr kumimoji="1" lang="en-US" altLang="ja-JP" sz="1400" dirty="0"/>
              <a:t>9</a:t>
            </a:r>
          </a:p>
          <a:p>
            <a:endParaRPr kumimoji="1" lang="en-US" altLang="ja-JP" sz="1400" dirty="0"/>
          </a:p>
          <a:p>
            <a:r>
              <a:rPr kumimoji="1" lang="en-US" altLang="ja-JP" sz="1400" dirty="0"/>
              <a:t>8</a:t>
            </a:r>
          </a:p>
          <a:p>
            <a:endParaRPr lang="en-US" altLang="ja-JP" sz="1400" dirty="0"/>
          </a:p>
          <a:p>
            <a:r>
              <a:rPr kumimoji="1" lang="en-US" altLang="ja-JP" sz="1400" dirty="0"/>
              <a:t>7</a:t>
            </a:r>
          </a:p>
          <a:p>
            <a:endParaRPr lang="en-US" altLang="ja-JP" sz="1400" dirty="0"/>
          </a:p>
          <a:p>
            <a:r>
              <a:rPr kumimoji="1" lang="en-US" altLang="ja-JP" sz="1400" dirty="0"/>
              <a:t>6</a:t>
            </a:r>
          </a:p>
          <a:p>
            <a:endParaRPr lang="en-US" altLang="ja-JP" sz="1400" dirty="0"/>
          </a:p>
          <a:p>
            <a:r>
              <a:rPr kumimoji="1" lang="en-US" altLang="ja-JP" sz="1400" dirty="0"/>
              <a:t>5</a:t>
            </a:r>
          </a:p>
          <a:p>
            <a:endParaRPr lang="en-US" altLang="ja-JP" sz="1400" dirty="0"/>
          </a:p>
          <a:p>
            <a:r>
              <a:rPr lang="en-US" altLang="ja-JP" sz="1400" dirty="0"/>
              <a:t>4</a:t>
            </a:r>
          </a:p>
          <a:p>
            <a:endParaRPr kumimoji="1" lang="en-US" altLang="ja-JP" sz="1400" dirty="0"/>
          </a:p>
          <a:p>
            <a:r>
              <a:rPr lang="en-US" altLang="ja-JP" sz="1400" dirty="0"/>
              <a:t>3</a:t>
            </a:r>
          </a:p>
          <a:p>
            <a:endParaRPr kumimoji="1" lang="en-US" altLang="ja-JP" sz="1400" dirty="0"/>
          </a:p>
          <a:p>
            <a:r>
              <a:rPr lang="en-US" altLang="ja-JP" sz="1400" dirty="0"/>
              <a:t>2</a:t>
            </a:r>
          </a:p>
          <a:p>
            <a:endParaRPr kumimoji="1" lang="en-US" altLang="ja-JP" sz="1400" dirty="0"/>
          </a:p>
          <a:p>
            <a:r>
              <a:rPr lang="en-US" altLang="ja-JP" sz="1400" dirty="0"/>
              <a:t>1</a:t>
            </a:r>
          </a:p>
          <a:p>
            <a:endParaRPr kumimoji="1" lang="en-US" altLang="ja-JP" sz="1400" dirty="0"/>
          </a:p>
          <a:p>
            <a:r>
              <a:rPr lang="en-US" altLang="ja-JP" sz="1400" dirty="0"/>
              <a:t>0</a:t>
            </a:r>
            <a:endParaRPr kumimoji="1" lang="en-US" altLang="ja-JP" sz="1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0CD1889-733D-4CEF-24D0-A5EEF8B31689}"/>
              </a:ext>
            </a:extLst>
          </p:cNvPr>
          <p:cNvSpPr txBox="1"/>
          <p:nvPr/>
        </p:nvSpPr>
        <p:spPr>
          <a:xfrm>
            <a:off x="4631265" y="357970"/>
            <a:ext cx="1108800" cy="3847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900" b="1" dirty="0"/>
              <a:t>グラフ</a:t>
            </a:r>
            <a:endParaRPr kumimoji="1" lang="ja-JP" altLang="en-US" sz="19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BB0D3CA-3E50-0A6E-1042-F76B54664995}"/>
              </a:ext>
            </a:extLst>
          </p:cNvPr>
          <p:cNvSpPr txBox="1"/>
          <p:nvPr/>
        </p:nvSpPr>
        <p:spPr>
          <a:xfrm>
            <a:off x="3191933" y="357970"/>
            <a:ext cx="982800" cy="3847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900" b="1" dirty="0"/>
              <a:t>一覧</a:t>
            </a:r>
          </a:p>
        </p:txBody>
      </p:sp>
    </p:spTree>
    <p:extLst>
      <p:ext uri="{BB962C8B-B14F-4D97-AF65-F5344CB8AC3E}">
        <p14:creationId xmlns:p14="http://schemas.microsoft.com/office/powerpoint/2010/main" val="566660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61FC0-3067-9C71-F4CC-595DB30F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5283ECE-6824-65EC-D61C-8D732247ED5B}"/>
              </a:ext>
            </a:extLst>
          </p:cNvPr>
          <p:cNvSpPr/>
          <p:nvPr/>
        </p:nvSpPr>
        <p:spPr>
          <a:xfrm>
            <a:off x="1" y="872066"/>
            <a:ext cx="2641600" cy="59859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1ABA4CA-F611-3212-D1F6-D80FFF69AD31}"/>
              </a:ext>
            </a:extLst>
          </p:cNvPr>
          <p:cNvSpPr/>
          <p:nvPr/>
        </p:nvSpPr>
        <p:spPr>
          <a:xfrm>
            <a:off x="2641600" y="0"/>
            <a:ext cx="9550399" cy="8720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B8DF4DB-F9DC-7AD2-6EBC-E6E6F8D053D4}"/>
              </a:ext>
            </a:extLst>
          </p:cNvPr>
          <p:cNvSpPr/>
          <p:nvPr/>
        </p:nvSpPr>
        <p:spPr>
          <a:xfrm>
            <a:off x="0" y="0"/>
            <a:ext cx="2641599" cy="8720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A34EA84-9B6D-8526-D4E3-961D6F30DB4B}"/>
              </a:ext>
            </a:extLst>
          </p:cNvPr>
          <p:cNvSpPr txBox="1"/>
          <p:nvPr/>
        </p:nvSpPr>
        <p:spPr>
          <a:xfrm>
            <a:off x="338665" y="197506"/>
            <a:ext cx="20912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500" b="1" dirty="0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◇資格自慢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92CAAEB-B084-B5BC-439A-26D4AD3D79C7}"/>
              </a:ext>
            </a:extLst>
          </p:cNvPr>
          <p:cNvSpPr txBox="1"/>
          <p:nvPr/>
        </p:nvSpPr>
        <p:spPr>
          <a:xfrm>
            <a:off x="97365" y="1137307"/>
            <a:ext cx="209126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00" dirty="0"/>
              <a:t>・取得資格一覧</a:t>
            </a:r>
            <a:endParaRPr kumimoji="1" lang="en-US" altLang="ja-JP" sz="1900" dirty="0"/>
          </a:p>
          <a:p>
            <a:endParaRPr kumimoji="1" lang="en-US" altLang="ja-JP" sz="1900" dirty="0"/>
          </a:p>
          <a:p>
            <a:r>
              <a:rPr lang="ja-JP" altLang="en-US" sz="2000" b="1" dirty="0"/>
              <a:t>・資格登録</a:t>
            </a:r>
            <a:endParaRPr lang="en-US" altLang="ja-JP" sz="2000" b="1" dirty="0"/>
          </a:p>
          <a:p>
            <a:endParaRPr lang="en-US" altLang="ja-JP" sz="1900" dirty="0"/>
          </a:p>
          <a:p>
            <a:r>
              <a:rPr kumimoji="1" lang="ja-JP" altLang="en-US" sz="1900" dirty="0"/>
              <a:t>・学習時間登録（将来）</a:t>
            </a:r>
            <a:endParaRPr kumimoji="1" lang="en-US" altLang="ja-JP" sz="1900" dirty="0"/>
          </a:p>
          <a:p>
            <a:endParaRPr kumimoji="1" lang="en-US" altLang="ja-JP" sz="1900" dirty="0"/>
          </a:p>
          <a:p>
            <a:r>
              <a:rPr lang="ja-JP" altLang="en-US" sz="1900" dirty="0"/>
              <a:t>・学習履歴</a:t>
            </a:r>
            <a:endParaRPr lang="en-US" altLang="ja-JP" sz="1900" dirty="0"/>
          </a:p>
          <a:p>
            <a:r>
              <a:rPr kumimoji="1" lang="ja-JP" altLang="en-US" sz="1900" dirty="0"/>
              <a:t>（将来）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E08FBD-13EF-697E-B18C-34D797E9541F}"/>
              </a:ext>
            </a:extLst>
          </p:cNvPr>
          <p:cNvSpPr txBox="1"/>
          <p:nvPr/>
        </p:nvSpPr>
        <p:spPr>
          <a:xfrm>
            <a:off x="2952831" y="1542507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取得資格：</a:t>
            </a:r>
            <a:endParaRPr kumimoji="1" lang="ja-JP" altLang="en-US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FD06AB2-53EE-6C23-D406-B4EFCD91A823}"/>
              </a:ext>
            </a:extLst>
          </p:cNvPr>
          <p:cNvSpPr txBox="1"/>
          <p:nvPr/>
        </p:nvSpPr>
        <p:spPr>
          <a:xfrm>
            <a:off x="7505696" y="2380416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難易度：</a:t>
            </a:r>
            <a:endParaRPr kumimoji="1" lang="ja-JP" altLang="en-US" b="1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62490A6-D3DD-75F5-B19E-A37A48A291F1}"/>
              </a:ext>
            </a:extLst>
          </p:cNvPr>
          <p:cNvSpPr txBox="1"/>
          <p:nvPr/>
        </p:nvSpPr>
        <p:spPr>
          <a:xfrm>
            <a:off x="2942160" y="2380416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取得日：</a:t>
            </a:r>
            <a:endParaRPr kumimoji="1" lang="ja-JP" altLang="en-US" b="1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B96D81F-7FF9-1341-2E9B-C4B44DA13FF3}"/>
              </a:ext>
            </a:extLst>
          </p:cNvPr>
          <p:cNvSpPr txBox="1"/>
          <p:nvPr/>
        </p:nvSpPr>
        <p:spPr>
          <a:xfrm>
            <a:off x="2952831" y="3261691"/>
            <a:ext cx="163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　　一言：</a:t>
            </a:r>
            <a:endParaRPr kumimoji="1" lang="ja-JP" altLang="en-US" b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B838854-6E37-C036-4440-F179E820036B}"/>
              </a:ext>
            </a:extLst>
          </p:cNvPr>
          <p:cNvSpPr txBox="1"/>
          <p:nvPr/>
        </p:nvSpPr>
        <p:spPr>
          <a:xfrm>
            <a:off x="6366763" y="5798926"/>
            <a:ext cx="194326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/>
              <a:t>登録する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4C3AFB0-6483-EC8B-061F-BBC2ED467632}"/>
              </a:ext>
            </a:extLst>
          </p:cNvPr>
          <p:cNvSpPr/>
          <p:nvPr/>
        </p:nvSpPr>
        <p:spPr>
          <a:xfrm>
            <a:off x="4326296" y="1516074"/>
            <a:ext cx="6024202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214200AF-0DDE-A7E5-5D15-087446920029}"/>
              </a:ext>
            </a:extLst>
          </p:cNvPr>
          <p:cNvSpPr/>
          <p:nvPr/>
        </p:nvSpPr>
        <p:spPr>
          <a:xfrm>
            <a:off x="9046464" y="2380416"/>
            <a:ext cx="1304034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4320920-B37D-ED6A-CFDD-94983E3BB963}"/>
              </a:ext>
            </a:extLst>
          </p:cNvPr>
          <p:cNvSpPr/>
          <p:nvPr/>
        </p:nvSpPr>
        <p:spPr>
          <a:xfrm>
            <a:off x="4326295" y="2380416"/>
            <a:ext cx="3022770" cy="369332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 err="1">
                <a:solidFill>
                  <a:schemeClr val="tx1"/>
                </a:solidFill>
              </a:rPr>
              <a:t>y</a:t>
            </a:r>
            <a:r>
              <a:rPr kumimoji="1" lang="en-US" altLang="ja-JP" b="1" dirty="0" err="1">
                <a:solidFill>
                  <a:schemeClr val="tx1"/>
                </a:solidFill>
              </a:rPr>
              <a:t>yyy</a:t>
            </a:r>
            <a:r>
              <a:rPr kumimoji="1" lang="en-US" altLang="ja-JP" b="1" dirty="0">
                <a:solidFill>
                  <a:schemeClr val="tx1"/>
                </a:solidFill>
              </a:rPr>
              <a:t>/MM/dd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2EA5A6D-2E77-3A80-AFB5-FA987CFDE604}"/>
              </a:ext>
            </a:extLst>
          </p:cNvPr>
          <p:cNvSpPr/>
          <p:nvPr/>
        </p:nvSpPr>
        <p:spPr>
          <a:xfrm>
            <a:off x="4338998" y="3318933"/>
            <a:ext cx="6024202" cy="2044217"/>
          </a:xfrm>
          <a:prstGeom prst="rect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フローチャート: 組合せ 4">
            <a:extLst>
              <a:ext uri="{FF2B5EF4-FFF2-40B4-BE49-F238E27FC236}">
                <a16:creationId xmlns:a16="http://schemas.microsoft.com/office/drawing/2014/main" id="{F33FEE5C-AE08-BDAC-8743-2D92338C36E2}"/>
              </a:ext>
            </a:extLst>
          </p:cNvPr>
          <p:cNvSpPr/>
          <p:nvPr/>
        </p:nvSpPr>
        <p:spPr>
          <a:xfrm>
            <a:off x="10024533" y="2529413"/>
            <a:ext cx="220134" cy="140939"/>
          </a:xfrm>
          <a:prstGeom prst="flowChartMerg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F26C13-3388-1EA8-A8BD-8BA2479ABAF9}"/>
              </a:ext>
            </a:extLst>
          </p:cNvPr>
          <p:cNvSpPr txBox="1"/>
          <p:nvPr/>
        </p:nvSpPr>
        <p:spPr>
          <a:xfrm>
            <a:off x="2844798" y="197506"/>
            <a:ext cx="45042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500" b="1" dirty="0">
                <a:ln>
                  <a:solidFill>
                    <a:schemeClr val="bg2">
                      <a:lumMod val="90000"/>
                    </a:schemeClr>
                  </a:solidFill>
                </a:ln>
                <a:solidFill>
                  <a:srgbClr val="FF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合格おめでとう！！！</a:t>
            </a:r>
          </a:p>
        </p:txBody>
      </p:sp>
    </p:spTree>
    <p:extLst>
      <p:ext uri="{BB962C8B-B14F-4D97-AF65-F5344CB8AC3E}">
        <p14:creationId xmlns:p14="http://schemas.microsoft.com/office/powerpoint/2010/main" val="3679074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296</Words>
  <Application>Microsoft Office PowerPoint</Application>
  <PresentationFormat>ワイド画面</PresentationFormat>
  <Paragraphs>150</Paragraphs>
  <Slides>5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大輝 下川</dc:creator>
  <cp:lastModifiedBy>大輝 下川</cp:lastModifiedBy>
  <cp:revision>13</cp:revision>
  <dcterms:created xsi:type="dcterms:W3CDTF">2026-10-28T13:47:43Z</dcterms:created>
  <dcterms:modified xsi:type="dcterms:W3CDTF">2026-10-29T14:55:27Z</dcterms:modified>
</cp:coreProperties>
</file>